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B85C"/>
          </a:solidFill>
          <a:ln w="12700">
            <a:solidFill>
              <a:srgbClr val="E6B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43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萬春・廟口通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94944" y="19933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9DD"/>
                </a:solidFill>
              </a:rPr>
              <a:t>智慧宮廟 × 智慧零售的 LINE 商圈串連平台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285292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3EC"/>
                </a:solidFill>
              </a:rPr>
              <a:t>以萬春宮為可信任入口，讓一次參拜延伸為文化理解、商圈消費與可量測營運。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794760"/>
            <a:ext cx="1298448" cy="347472"/>
          </a:xfrm>
          <a:prstGeom prst="roundRect">
            <a:avLst>
              <a:gd name="adj" fmla="val 23684"/>
            </a:avLst>
          </a:prstGeom>
          <a:solidFill>
            <a:srgbClr val="9F3F22"/>
          </a:solidFill>
          <a:ln w="12700">
            <a:solidFill>
              <a:srgbClr val="9F3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6791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 LINE AI 競賽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61996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8B8"/>
                </a:solidFill>
              </a:rPr>
              <a:t>競賽示範版｜店家與優惠皆為虛構資料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廟宇有人流，商圈卻缺少可持續的導流工具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6D"/>
                </a:solidFill>
              </a:rPr>
              <a:t>問題不在於沒有店家，而在於參拜結束後，缺乏一條自然、可信任、可量測的下一站。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73152" cy="2377440"/>
          </a:xfrm>
          <a:prstGeom prst="rect">
            <a:avLst/>
          </a:prstGeom>
          <a:solidFill>
            <a:srgbClr val="9F3F22"/>
          </a:solidFill>
          <a:ln w="12700">
            <a:solidFill>
              <a:srgbClr val="9F3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信眾端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306324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資訊分散：文化、參拜與附近選擇需要自己搜尋。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965960"/>
            <a:ext cx="73152" cy="2377440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148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店家端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514600"/>
            <a:ext cx="306324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難以知道哪些人流真的因宮廟而來、是否到店消費。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65960"/>
            <a:ext cx="73152" cy="2377440"/>
          </a:xfrm>
          <a:prstGeom prst="rect">
            <a:avLst/>
          </a:prstGeom>
          <a:solidFill>
            <a:srgbClr val="E6B85C"/>
          </a:solidFill>
          <a:ln w="12700">
            <a:solidFill>
              <a:srgbClr val="E6B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148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營運端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2514600"/>
            <a:ext cx="306324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商圈與地方創生單位缺乏導流到核銷的共同成效語言。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352B"/>
                </a:solidFill>
              </a:rPr>
              <a:t>我們不做求籤解籤，而是把「參拜後去哪裡」變成可被服務的情境。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一條在 LINE 裡完成的廟口商圈旅程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79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廟口 QR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加入 OA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59736" y="274320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806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53512" y="23317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2679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情境選擇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理解來訪目的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27448" y="274320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806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21224" y="23317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2679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LIFF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登入與雲端領券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74320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806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88936" y="23317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679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店家端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一次性核銷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62872" y="274320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806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756648" y="23317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679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OA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活動與到期提醒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44348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060"/>
                </a:solidFill>
              </a:rPr>
              <a:t>已實作：真實 OA 加好友、歡迎訊息、LIFF 身分驗證、Supabase 雲端領券與一次性核銷。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AI 的角色：理解情境，安排下一站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6D"/>
                </a:solidFill>
              </a:rPr>
              <a:t>不是自由生成宗教解答；AI 只在宮廟核定文化內容與受控商圈資料中推薦。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73152" cy="2560320"/>
          </a:xfrm>
          <a:prstGeom prst="rect">
            <a:avLst/>
          </a:prstGeom>
          <a:solidFill>
            <a:srgbClr val="9F3F22"/>
          </a:solidFill>
          <a:ln w="12700">
            <a:solidFill>
              <a:srgbClr val="9F3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安心參拜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031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參拜導覽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不蒐集祈願文字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288" y="192024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920240"/>
            <a:ext cx="73152" cy="2560320"/>
          </a:xfrm>
          <a:prstGeom prst="rect">
            <a:avLst/>
          </a:prstGeom>
          <a:solidFill>
            <a:srgbClr val="E6B85C"/>
          </a:solidFill>
          <a:ln w="12700">
            <a:solidFill>
              <a:srgbClr val="E6B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103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認識故事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2468880"/>
            <a:ext cx="21031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廟埕文化走讀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延伸地方記憶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92024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920240"/>
            <a:ext cx="73152" cy="2560320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03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在地美食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7376" y="2468880"/>
            <a:ext cx="21031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廟口食堂資訊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規劃休息一站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0264" y="192024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0264" y="1920240"/>
            <a:ext cx="73152" cy="2560320"/>
          </a:xfrm>
          <a:prstGeom prst="rect">
            <a:avLst/>
          </a:prstGeom>
          <a:solidFill>
            <a:srgbClr val="9F3F22"/>
          </a:solidFill>
          <a:ln w="12700">
            <a:solidFill>
              <a:srgbClr val="9F3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1031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帶份伴手禮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98864" y="2468880"/>
            <a:ext cx="21031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春和餅舖示範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可實際雲端領券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52B"/>
                </a:solidFill>
              </a:rPr>
              <a:t>可控內容 + 可解釋理由 + 不同情境不同下一站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不是概念圖：核心閉環已可實際操作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060"/>
                </a:solidFill>
              </a:rPr>
              <a:t>LINE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20116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52B"/>
                </a:solidFill>
              </a:rPr>
              <a:t>LIFF 取得 ID token，伺服器端向 LINE 驗證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33472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F2F8F3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980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060"/>
                </a:solidFill>
              </a:rPr>
              <a:t>雲端領券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79806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52B"/>
                </a:solidFill>
              </a:rPr>
              <a:t>同帳號重複領取回傳同一券碼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419856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84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060"/>
                </a:solidFill>
              </a:rPr>
              <a:t>店家核銷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58444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52B"/>
                </a:solidFill>
              </a:rPr>
              <a:t>查驗 → 確認 → 資料庫列鎖防止重複核銷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206240"/>
            <a:ext cx="10561320" cy="548640"/>
          </a:xfrm>
          <a:prstGeom prst="roundRect">
            <a:avLst>
              <a:gd name="adj" fmla="val 8333"/>
            </a:avLst>
          </a:prstGeom>
          <a:solidFill>
            <a:srgbClr val="F2F8F3"/>
          </a:solidFill>
          <a:ln w="12700">
            <a:solidFill>
              <a:srgbClr val="D9E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708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060"/>
                </a:solidFill>
              </a:rPr>
              <a:t>資料安全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437083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52B"/>
                </a:solidFill>
              </a:rPr>
              <a:t>RLS、server-only secret key、不保存原始 LINE subject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56D"/>
                </a:solidFill>
              </a:rPr>
              <a:t>競賽 demo PIN 僅為展示入口；正式版以店家 LINE 身分與 merchant_memberships 授權取代。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讓商圈看見「導流」而不是只看見折扣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56D"/>
                </a:solidFill>
              </a:rPr>
              <a:t>店家後台以清楚漏斗呈現活動價值；以下為競賽示範資料。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18408" y="1828800"/>
            <a:ext cx="4754880" cy="438912"/>
          </a:xfrm>
          <a:prstGeom prst="roundRect">
            <a:avLst>
              <a:gd name="adj" fmla="val 8333"/>
            </a:avLst>
          </a:prstGeom>
          <a:solidFill>
            <a:srgbClr val="3F8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8408" y="194767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掃描廟口 QR  ·  326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15588" y="2450592"/>
            <a:ext cx="4160520" cy="438912"/>
          </a:xfrm>
          <a:prstGeom prst="roundRect">
            <a:avLst>
              <a:gd name="adj" fmla="val 8333"/>
            </a:avLst>
          </a:prstGeom>
          <a:solidFill>
            <a:srgbClr val="3F806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5588" y="256946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完成情境對話  ·  214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768" y="3072384"/>
            <a:ext cx="3566160" cy="438912"/>
          </a:xfrm>
          <a:prstGeom prst="roundRect">
            <a:avLst>
              <a:gd name="adj" fmla="val 8333"/>
            </a:avLst>
          </a:prstGeom>
          <a:solidFill>
            <a:srgbClr val="3F8060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768" y="31912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查看文化／店家路線  ·  96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9948" y="3694176"/>
            <a:ext cx="2971800" cy="438912"/>
          </a:xfrm>
          <a:prstGeom prst="roundRect">
            <a:avLst>
              <a:gd name="adj" fmla="val 8333"/>
            </a:avLst>
          </a:prstGeom>
          <a:solidFill>
            <a:srgbClr val="3F8060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9948" y="381304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領取商圈優惠  ·  48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07128" y="4315968"/>
            <a:ext cx="2377440" cy="438912"/>
          </a:xfrm>
          <a:prstGeom prst="roundRect">
            <a:avLst>
              <a:gd name="adj" fmla="val 8333"/>
            </a:avLst>
          </a:prstGeom>
          <a:solidFill>
            <a:srgbClr val="9F3F22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7128" y="4434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合作店家核銷  ·  16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492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52B"/>
                </a:solidFill>
              </a:rPr>
              <a:t>AI 情境洞察：週末午後，「參拜後想帶伴手禮」轉換最高 → 推出文化導覽＋伴手禮組合券。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商業模式：先讓商圈能運作，再讓價值擴大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73152" cy="2468880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付費主體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297180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宮廟、商圈組織或地方創生單位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訂閱基礎營運與活動管理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920240"/>
            <a:ext cx="73152" cy="2468880"/>
          </a:xfrm>
          <a:prstGeom prst="rect">
            <a:avLst/>
          </a:prstGeom>
          <a:solidFill>
            <a:srgbClr val="9F3F22"/>
          </a:solidFill>
          <a:ln w="12700">
            <a:solidFill>
              <a:srgbClr val="9F3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店家採用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468880"/>
            <a:ext cx="297180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基本導流與核銷低門檻加入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避免複雜後台與學習成本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AD9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920240"/>
            <a:ext cx="73152" cy="2468880"/>
          </a:xfrm>
          <a:prstGeom prst="rect">
            <a:avLst/>
          </a:prstGeom>
          <a:solidFill>
            <a:srgbClr val="E6B85C"/>
          </a:solidFill>
          <a:ln w="12700">
            <a:solidFill>
              <a:srgbClr val="E6B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52B"/>
                </a:solidFill>
              </a:rPr>
              <a:t>後續收入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11896" y="2468880"/>
            <a:ext cx="297180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56D"/>
                </a:solidFill>
              </a:rPr>
              <a:t>置頂曝光、聯合活動、匿名化成效報表與在地主題企劃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52B"/>
                </a:solidFill>
              </a:rPr>
              <a:t>先證明「人流真的走進商圈」，再談平台抽成與進階服務。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060"/>
          </a:solidFill>
          <a:ln w="12700">
            <a:solidFill>
              <a:srgbClr val="3F8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8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 CHUN · MARKET LINK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926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56D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52B"/>
                </a:solidFill>
              </a:rPr>
              <a:t>把一次參拜，變成一條可持續的地方路徑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3F22"/>
                </a:solidFill>
              </a:rPr>
              <a:t>文化信任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54680" y="20848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8060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8060"/>
                </a:solidFill>
              </a:rPr>
              <a:t>AI 情境推薦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80760" y="20848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806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3F22"/>
                </a:solidFill>
              </a:rPr>
              <a:t>商圈消費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23960" y="20848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806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08592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8060"/>
                </a:solidFill>
              </a:rPr>
              <a:t>可量測營運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352B"/>
                </a:solidFill>
              </a:rPr>
              <a:t>萬春・廟口通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0352B"/>
                </a:solidFill>
              </a:rPr>
              <a:t>讓宮廟人流，成為地方商圈可持續的日常。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8060"/>
                </a:solidFill>
              </a:rPr>
              <a:t>智慧宮廟 × 智慧零售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Wan Chun Market 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萬春・廟口通｜智慧宮廟 × 智慧零售</dc:title>
  <dc:subject>2026 LINE AI 創新創業競賽</dc:subject>
  <dc:creator>萬春・廟口通</dc:creator>
  <cp:lastModifiedBy>萬春・廟口通</cp:lastModifiedBy>
  <cp:revision>1</cp:revision>
  <dcterms:created xsi:type="dcterms:W3CDTF">2026-08-04T07:57:47Z</dcterms:created>
  <dcterms:modified xsi:type="dcterms:W3CDTF">2026-08-04T07:57:47Z</dcterms:modified>
</cp:coreProperties>
</file>